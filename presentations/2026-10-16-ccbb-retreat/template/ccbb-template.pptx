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7"/>
  </p:notesMasterIdLst>
  <p:handoutMasterIdLst>
    <p:handoutMasterId r:id="rId8"/>
  </p:handoutMasterIdLst>
  <p:sldIdLst>
    <p:sldId id="256" r:id="rId5"/>
    <p:sldId id="259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85">
          <p15:clr>
            <a:srgbClr val="A4A3A4"/>
          </p15:clr>
        </p15:guide>
        <p15:guide id="2" pos="3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990000"/>
    <a:srgbClr val="ACA39A"/>
    <a:srgbClr val="969696"/>
    <a:srgbClr val="9E9A95"/>
    <a:srgbClr val="382E25"/>
    <a:srgbClr val="C17945"/>
    <a:srgbClr val="31526A"/>
    <a:srgbClr val="690304"/>
    <a:srgbClr val="252626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58" autoAdjust="0"/>
    <p:restoredTop sz="94677" autoAdjust="0"/>
  </p:normalViewPr>
  <p:slideViewPr>
    <p:cSldViewPr snapToGrid="0" snapToObjects="1">
      <p:cViewPr>
        <p:scale>
          <a:sx n="140" d="100"/>
          <a:sy n="140" d="100"/>
        </p:scale>
        <p:origin x="176" y="672"/>
      </p:cViewPr>
      <p:guideLst>
        <p:guide orient="horz" pos="3185"/>
        <p:guide pos="3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notesViewPr>
    <p:cSldViewPr snapToGrid="0" snapToObjects="1">
      <p:cViewPr varScale="1">
        <p:scale>
          <a:sx n="132" d="100"/>
          <a:sy n="132" d="100"/>
        </p:scale>
        <p:origin x="-5920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859BD-4604-2843-976C-9F2DEE3C79DB}" type="datetimeFigureOut">
              <a:rPr lang="en-US" smtClean="0"/>
              <a:t>10/15/26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64456-6A4C-DF40-836A-7ED7CB7228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783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08F45-8DB7-E449-85E4-EC04F96DF3AA}" type="datetimeFigureOut">
              <a:rPr lang="en-US" smtClean="0"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6D261-4ACC-5E49-97C5-9D8FD2D9A3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34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page">
    <p:bg>
      <p:bgPr>
        <a:solidFill>
          <a:srgbClr val="ACA39A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33304" y="-648376"/>
            <a:ext cx="733465" cy="236752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581278"/>
            <a:ext cx="1289146" cy="14157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A4CDEAE-A72C-6745-AF68-F4D3AFBE4BD4}"/>
              </a:ext>
            </a:extLst>
          </p:cNvPr>
          <p:cNvSpPr/>
          <p:nvPr userDrawn="1"/>
        </p:nvSpPr>
        <p:spPr>
          <a:xfrm>
            <a:off x="-30788" y="4650465"/>
            <a:ext cx="9228667" cy="540015"/>
          </a:xfrm>
          <a:prstGeom prst="rect">
            <a:avLst/>
          </a:prstGeom>
          <a:solidFill>
            <a:srgbClr val="690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8ED37B-660D-B140-BE36-7D07837A2CC9}"/>
              </a:ext>
            </a:extLst>
          </p:cNvPr>
          <p:cNvSpPr/>
          <p:nvPr userDrawn="1"/>
        </p:nvSpPr>
        <p:spPr>
          <a:xfrm>
            <a:off x="-30788" y="4650466"/>
            <a:ext cx="9228667" cy="501771"/>
          </a:xfrm>
          <a:prstGeom prst="rect">
            <a:avLst/>
          </a:prstGeom>
          <a:solidFill>
            <a:srgbClr val="690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42028F-4BED-E643-AAE4-ABF5BDB8083F}"/>
              </a:ext>
            </a:extLst>
          </p:cNvPr>
          <p:cNvSpPr txBox="1"/>
          <p:nvPr userDrawn="1"/>
        </p:nvSpPr>
        <p:spPr>
          <a:xfrm>
            <a:off x="2576311" y="4704060"/>
            <a:ext cx="615943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INDIANA UNIVERSITY SCHOOL OF MEDICINE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BEB617-516B-C249-8FE5-7BA549031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03" y="1975994"/>
            <a:ext cx="7734221" cy="111449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000" b="1" i="0" spc="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Option 1 – Opening Slide – text resizes as content is entered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17B975E-BE6B-3E4A-8B92-9C17B56151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694" y="3264558"/>
            <a:ext cx="7734222" cy="2524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800" b="0" spc="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PRESENTER AND TITLE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1800061F-0F64-2641-A25C-4FE07FA015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8296" y="253569"/>
            <a:ext cx="5842227" cy="2524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400" b="0" spc="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SUBHEAD OR NAME OF DEPARTMENT, PROGRAM OR UNIT</a:t>
            </a:r>
          </a:p>
        </p:txBody>
      </p:sp>
    </p:spTree>
    <p:extLst>
      <p:ext uri="{BB962C8B-B14F-4D97-AF65-F5344CB8AC3E}">
        <p14:creationId xmlns:p14="http://schemas.microsoft.com/office/powerpoint/2010/main" val="2743428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page">
    <p:bg>
      <p:bgPr>
        <a:solidFill>
          <a:srgbClr val="ACA39A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33304" y="-648376"/>
            <a:ext cx="733465" cy="236752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581278"/>
            <a:ext cx="1289146" cy="14157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A4CDEAE-A72C-6745-AF68-F4D3AFBE4BD4}"/>
              </a:ext>
            </a:extLst>
          </p:cNvPr>
          <p:cNvSpPr/>
          <p:nvPr userDrawn="1"/>
        </p:nvSpPr>
        <p:spPr>
          <a:xfrm>
            <a:off x="-30788" y="4650465"/>
            <a:ext cx="9228667" cy="540015"/>
          </a:xfrm>
          <a:prstGeom prst="rect">
            <a:avLst/>
          </a:prstGeom>
          <a:solidFill>
            <a:srgbClr val="690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8ED37B-660D-B140-BE36-7D07837A2CC9}"/>
              </a:ext>
            </a:extLst>
          </p:cNvPr>
          <p:cNvSpPr/>
          <p:nvPr userDrawn="1"/>
        </p:nvSpPr>
        <p:spPr>
          <a:xfrm>
            <a:off x="-30788" y="4650466"/>
            <a:ext cx="9228667" cy="501771"/>
          </a:xfrm>
          <a:prstGeom prst="rect">
            <a:avLst/>
          </a:prstGeom>
          <a:solidFill>
            <a:srgbClr val="690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42028F-4BED-E643-AAE4-ABF5BDB8083F}"/>
              </a:ext>
            </a:extLst>
          </p:cNvPr>
          <p:cNvSpPr txBox="1"/>
          <p:nvPr userDrawn="1"/>
        </p:nvSpPr>
        <p:spPr>
          <a:xfrm>
            <a:off x="2576311" y="4704060"/>
            <a:ext cx="615943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INDIANA UNIVERSITY SCHOOL OF MEDICINE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BEB617-516B-C249-8FE5-7BA549031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03" y="1975994"/>
            <a:ext cx="7734221" cy="111449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000" b="1" i="0" spc="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Option 2 – Opening Slide – text resizes as content is entered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17B975E-BE6B-3E4A-8B92-9C17B56151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694" y="3264558"/>
            <a:ext cx="7734222" cy="2524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800" b="0" spc="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PRESENTER AND TITLE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1800061F-0F64-2641-A25C-4FE07FA015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8296" y="253569"/>
            <a:ext cx="5842227" cy="2524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400" b="0" spc="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SUBHEAD OR NAME OF DEPARTMENT, PROGRAM OR UNIT</a:t>
            </a:r>
          </a:p>
        </p:txBody>
      </p:sp>
    </p:spTree>
    <p:extLst>
      <p:ext uri="{BB962C8B-B14F-4D97-AF65-F5344CB8AC3E}">
        <p14:creationId xmlns:p14="http://schemas.microsoft.com/office/powerpoint/2010/main" val="325997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33304" y="-648376"/>
            <a:ext cx="733465" cy="236752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581278"/>
            <a:ext cx="1289146" cy="14157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A4CDEAE-A72C-6745-AF68-F4D3AFBE4BD4}"/>
              </a:ext>
            </a:extLst>
          </p:cNvPr>
          <p:cNvSpPr/>
          <p:nvPr userDrawn="1"/>
        </p:nvSpPr>
        <p:spPr>
          <a:xfrm>
            <a:off x="-30788" y="4650465"/>
            <a:ext cx="9228667" cy="540015"/>
          </a:xfrm>
          <a:prstGeom prst="rect">
            <a:avLst/>
          </a:prstGeom>
          <a:solidFill>
            <a:srgbClr val="690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8ED37B-660D-B140-BE36-7D07837A2CC9}"/>
              </a:ext>
            </a:extLst>
          </p:cNvPr>
          <p:cNvSpPr/>
          <p:nvPr userDrawn="1"/>
        </p:nvSpPr>
        <p:spPr>
          <a:xfrm>
            <a:off x="-30788" y="4650466"/>
            <a:ext cx="9228667" cy="501771"/>
          </a:xfrm>
          <a:prstGeom prst="rect">
            <a:avLst/>
          </a:prstGeom>
          <a:solidFill>
            <a:srgbClr val="690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42028F-4BED-E643-AAE4-ABF5BDB8083F}"/>
              </a:ext>
            </a:extLst>
          </p:cNvPr>
          <p:cNvSpPr txBox="1"/>
          <p:nvPr userDrawn="1"/>
        </p:nvSpPr>
        <p:spPr>
          <a:xfrm>
            <a:off x="2576311" y="4704060"/>
            <a:ext cx="615943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INDIANA UNIVERSITY SCHOOL OF MEDICINE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9A91140-A017-E042-AACE-3BC11888B6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8296" y="253569"/>
            <a:ext cx="5842227" cy="2524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400" b="0" spc="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SUBHEAD OR NAME OF DEPARTMENT, PROGRAM OR UNIT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BEB617-516B-C249-8FE5-7BA549031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03" y="1975994"/>
            <a:ext cx="7734221" cy="111449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000" b="1" i="0" spc="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Option 3 – Opening Slide – text resizes as content is entered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17B975E-BE6B-3E4A-8B92-9C17B56151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694" y="3264558"/>
            <a:ext cx="7734222" cy="2524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800" b="0" spc="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PRESENTER AND TITLE</a:t>
            </a:r>
          </a:p>
        </p:txBody>
      </p:sp>
    </p:spTree>
    <p:extLst>
      <p:ext uri="{BB962C8B-B14F-4D97-AF65-F5344CB8AC3E}">
        <p14:creationId xmlns:p14="http://schemas.microsoft.com/office/powerpoint/2010/main" val="125665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rgbClr val="ACA3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78689" y="23905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378689" y="23905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378689" y="23905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506694" y="2274522"/>
            <a:ext cx="6802482" cy="65691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000" b="1" i="0" spc="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Section Heading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526131" y="2032786"/>
            <a:ext cx="3700462" cy="2524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spc="5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SECTION NUMBER OR SUBTITLE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-14942" y="2032000"/>
            <a:ext cx="148614" cy="83670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999E8A-87E3-6C4B-ABCB-DFCF83254878}"/>
              </a:ext>
            </a:extLst>
          </p:cNvPr>
          <p:cNvGrpSpPr/>
          <p:nvPr userDrawn="1"/>
        </p:nvGrpSpPr>
        <p:grpSpPr>
          <a:xfrm>
            <a:off x="-30788" y="4298510"/>
            <a:ext cx="9228667" cy="853727"/>
            <a:chOff x="-30788" y="4298510"/>
            <a:chExt cx="9228667" cy="85372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38A2E75-148C-1248-B56B-A0880FA34210}"/>
                </a:ext>
              </a:extLst>
            </p:cNvPr>
            <p:cNvSpPr/>
            <p:nvPr userDrawn="1"/>
          </p:nvSpPr>
          <p:spPr>
            <a:xfrm>
              <a:off x="-30788" y="4650466"/>
              <a:ext cx="9228667" cy="501771"/>
            </a:xfrm>
            <a:prstGeom prst="rect">
              <a:avLst/>
            </a:prstGeom>
            <a:solidFill>
              <a:srgbClr val="69030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4F34C6-1F9F-AA48-92F2-401878F4D395}"/>
                </a:ext>
              </a:extLst>
            </p:cNvPr>
            <p:cNvSpPr txBox="1"/>
            <p:nvPr userDrawn="1"/>
          </p:nvSpPr>
          <p:spPr>
            <a:xfrm>
              <a:off x="2576311" y="4704060"/>
              <a:ext cx="615943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bg1"/>
                  </a:solidFill>
                </a:rPr>
                <a:t>INDIANA UNIVERSITY SCHOOL OF MEDICINE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B4E4298-2473-394D-B497-59D1618497EB}"/>
                </a:ext>
              </a:extLst>
            </p:cNvPr>
            <p:cNvGrpSpPr/>
            <p:nvPr userDrawn="1"/>
          </p:nvGrpSpPr>
          <p:grpSpPr>
            <a:xfrm>
              <a:off x="422970" y="4298510"/>
              <a:ext cx="725830" cy="853727"/>
              <a:chOff x="422970" y="4298510"/>
              <a:chExt cx="725830" cy="85372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E0CA54A-3A83-A04B-BA02-C9EA07FAF4EE}"/>
                  </a:ext>
                </a:extLst>
              </p:cNvPr>
              <p:cNvSpPr/>
              <p:nvPr userDrawn="1"/>
            </p:nvSpPr>
            <p:spPr>
              <a:xfrm>
                <a:off x="583872" y="4456709"/>
                <a:ext cx="407139" cy="695528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B066C393-1D04-3B4A-A36D-C9461F0FFF6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970" y="4298510"/>
                <a:ext cx="725830" cy="79713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54721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66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78689" y="23905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378689" y="23905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378689" y="23905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506694" y="2274522"/>
            <a:ext cx="6802482" cy="65691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000" b="1" i="0" spc="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Section Heading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526131" y="2032786"/>
            <a:ext cx="3700462" cy="2524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spc="50" baseline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SECTION NUMBER OR SUBTITLE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-14942" y="2032000"/>
            <a:ext cx="148614" cy="83670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E92844-5432-AA47-9FC3-157F0E3989E3}"/>
              </a:ext>
            </a:extLst>
          </p:cNvPr>
          <p:cNvGrpSpPr/>
          <p:nvPr userDrawn="1"/>
        </p:nvGrpSpPr>
        <p:grpSpPr>
          <a:xfrm>
            <a:off x="-30788" y="4298510"/>
            <a:ext cx="9228667" cy="853727"/>
            <a:chOff x="-30788" y="4298510"/>
            <a:chExt cx="9228667" cy="85372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319ED4B-0453-FC4B-864C-901DEECE2F34}"/>
                </a:ext>
              </a:extLst>
            </p:cNvPr>
            <p:cNvSpPr/>
            <p:nvPr userDrawn="1"/>
          </p:nvSpPr>
          <p:spPr>
            <a:xfrm>
              <a:off x="-30788" y="4650466"/>
              <a:ext cx="9228667" cy="501771"/>
            </a:xfrm>
            <a:prstGeom prst="rect">
              <a:avLst/>
            </a:prstGeom>
            <a:solidFill>
              <a:srgbClr val="69030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B59AD9-99C6-4642-AACC-44F4B0D3A47C}"/>
                </a:ext>
              </a:extLst>
            </p:cNvPr>
            <p:cNvSpPr txBox="1"/>
            <p:nvPr userDrawn="1"/>
          </p:nvSpPr>
          <p:spPr>
            <a:xfrm>
              <a:off x="2576311" y="4704060"/>
              <a:ext cx="615943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bg1"/>
                  </a:solidFill>
                </a:rPr>
                <a:t>INDIANA UNIVERSITY SCHOOL OF MEDICINE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D1BAF2D-D90C-9046-A414-36725E6FFE51}"/>
                </a:ext>
              </a:extLst>
            </p:cNvPr>
            <p:cNvGrpSpPr/>
            <p:nvPr userDrawn="1"/>
          </p:nvGrpSpPr>
          <p:grpSpPr>
            <a:xfrm>
              <a:off x="422970" y="4298510"/>
              <a:ext cx="725830" cy="853727"/>
              <a:chOff x="422970" y="4298510"/>
              <a:chExt cx="725830" cy="85372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D14026D-0215-0A48-8182-2F16D5B1FC53}"/>
                  </a:ext>
                </a:extLst>
              </p:cNvPr>
              <p:cNvSpPr/>
              <p:nvPr userDrawn="1"/>
            </p:nvSpPr>
            <p:spPr>
              <a:xfrm>
                <a:off x="583872" y="4456709"/>
                <a:ext cx="407139" cy="695528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92D5B06C-F6DF-0842-ABED-1C3D8078F57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970" y="4298510"/>
                <a:ext cx="725830" cy="79713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57854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499" y="510282"/>
            <a:ext cx="8004391" cy="6990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i="0" cap="none" spc="0">
                <a:solidFill>
                  <a:srgbClr val="4040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604610"/>
            <a:ext cx="82664" cy="387197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4833956" y="179431"/>
            <a:ext cx="3700462" cy="2524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100" b="0" i="0" spc="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SECTION TITLE OR SUBTITLE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556000" y="354105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366426" y="1322876"/>
            <a:ext cx="8015594" cy="2810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tabLst/>
              <a:defRPr sz="1800">
                <a:solidFill>
                  <a:srgbClr val="404041"/>
                </a:solidFill>
                <a:latin typeface="Arial"/>
                <a:cs typeface="Arial"/>
              </a:defRPr>
            </a:lvl1pPr>
            <a:lvl2pPr>
              <a:lnSpc>
                <a:spcPct val="100000"/>
              </a:lnSpc>
              <a:defRPr sz="1600">
                <a:solidFill>
                  <a:srgbClr val="404041"/>
                </a:solidFill>
                <a:latin typeface="Arial"/>
                <a:cs typeface="Arial"/>
              </a:defRPr>
            </a:lvl2pPr>
            <a:lvl3pPr>
              <a:lnSpc>
                <a:spcPct val="100000"/>
              </a:lnSpc>
              <a:defRPr sz="1600">
                <a:solidFill>
                  <a:srgbClr val="404041"/>
                </a:solidFill>
                <a:latin typeface="Arial"/>
                <a:cs typeface="Arial"/>
              </a:defRPr>
            </a:lvl3pPr>
            <a:lvl4pPr>
              <a:lnSpc>
                <a:spcPct val="100000"/>
              </a:lnSpc>
              <a:defRPr sz="1600">
                <a:solidFill>
                  <a:srgbClr val="404041"/>
                </a:solidFill>
                <a:latin typeface="Arial"/>
                <a:cs typeface="Arial"/>
              </a:defRPr>
            </a:lvl4pPr>
            <a:lvl5pPr>
              <a:lnSpc>
                <a:spcPct val="100000"/>
              </a:lnSpc>
              <a:defRPr sz="1600">
                <a:solidFill>
                  <a:srgbClr val="40404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master subtitle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3A402F-84DE-3648-943C-F947B742644A}"/>
              </a:ext>
            </a:extLst>
          </p:cNvPr>
          <p:cNvGrpSpPr/>
          <p:nvPr userDrawn="1"/>
        </p:nvGrpSpPr>
        <p:grpSpPr>
          <a:xfrm>
            <a:off x="-30788" y="4298510"/>
            <a:ext cx="9228667" cy="853727"/>
            <a:chOff x="-30788" y="4298510"/>
            <a:chExt cx="9228667" cy="85372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E396F1-F31B-F44E-94EB-2D879CB9F1C8}"/>
                </a:ext>
              </a:extLst>
            </p:cNvPr>
            <p:cNvSpPr/>
            <p:nvPr userDrawn="1"/>
          </p:nvSpPr>
          <p:spPr>
            <a:xfrm>
              <a:off x="-30788" y="4650466"/>
              <a:ext cx="9228667" cy="501771"/>
            </a:xfrm>
            <a:prstGeom prst="rect">
              <a:avLst/>
            </a:prstGeom>
            <a:solidFill>
              <a:srgbClr val="69030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C012D6-6963-1C4C-82CB-78A98B57306A}"/>
                </a:ext>
              </a:extLst>
            </p:cNvPr>
            <p:cNvSpPr txBox="1"/>
            <p:nvPr userDrawn="1"/>
          </p:nvSpPr>
          <p:spPr>
            <a:xfrm>
              <a:off x="2576311" y="4704060"/>
              <a:ext cx="615943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bg1"/>
                  </a:solidFill>
                </a:rPr>
                <a:t>INDIANA UNIVERSITY SCHOOL OF MEDICINE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FE0A3E8-2C3C-CF46-A1A4-EE6D0BA3FC9D}"/>
                </a:ext>
              </a:extLst>
            </p:cNvPr>
            <p:cNvGrpSpPr/>
            <p:nvPr userDrawn="1"/>
          </p:nvGrpSpPr>
          <p:grpSpPr>
            <a:xfrm>
              <a:off x="422970" y="4298510"/>
              <a:ext cx="725830" cy="853727"/>
              <a:chOff x="422970" y="4298510"/>
              <a:chExt cx="725830" cy="85372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26430D-4079-4B41-9842-41583BFE0C9D}"/>
                  </a:ext>
                </a:extLst>
              </p:cNvPr>
              <p:cNvSpPr/>
              <p:nvPr userDrawn="1"/>
            </p:nvSpPr>
            <p:spPr>
              <a:xfrm>
                <a:off x="583872" y="4456709"/>
                <a:ext cx="407139" cy="695528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EB69E89-B821-FD42-BA2A-E2E3A1CD5BB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970" y="4298510"/>
                <a:ext cx="725830" cy="79713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82060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5303" y="464386"/>
            <a:ext cx="4560579" cy="7793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000" b="1" i="0" spc="0">
                <a:solidFill>
                  <a:srgbClr val="4040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525303" y="1629405"/>
            <a:ext cx="4560579" cy="2792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00000"/>
              </a:lnSpc>
              <a:buFont typeface="Arial"/>
              <a:buChar char="•"/>
              <a:defRPr sz="1800">
                <a:solidFill>
                  <a:srgbClr val="404041"/>
                </a:solidFill>
                <a:latin typeface="Arial"/>
                <a:cs typeface="Arial"/>
              </a:defRPr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1800">
                <a:solidFill>
                  <a:srgbClr val="404041"/>
                </a:solidFill>
                <a:latin typeface="Arial"/>
                <a:cs typeface="Arial"/>
              </a:defRPr>
            </a:lvl2pPr>
            <a:lvl3pPr marL="1143000" indent="-228600">
              <a:lnSpc>
                <a:spcPct val="100000"/>
              </a:lnSpc>
              <a:buFont typeface="Arial"/>
              <a:buChar char="•"/>
              <a:defRPr sz="1800">
                <a:solidFill>
                  <a:srgbClr val="404041"/>
                </a:solidFill>
                <a:latin typeface="Arial"/>
                <a:cs typeface="Arial"/>
              </a:defRPr>
            </a:lvl3pPr>
            <a:lvl4pPr marL="1600200" indent="-228600">
              <a:lnSpc>
                <a:spcPct val="100000"/>
              </a:lnSpc>
              <a:buFont typeface="Arial"/>
              <a:buChar char="•"/>
              <a:defRPr sz="1800">
                <a:solidFill>
                  <a:srgbClr val="404041"/>
                </a:solidFill>
                <a:latin typeface="Arial"/>
                <a:cs typeface="Arial"/>
              </a:defRPr>
            </a:lvl4pPr>
            <a:lvl5pPr marL="2057400" indent="-228600">
              <a:lnSpc>
                <a:spcPct val="100000"/>
              </a:lnSpc>
              <a:buFont typeface="Arial"/>
              <a:buChar char="•"/>
              <a:defRPr sz="1800">
                <a:solidFill>
                  <a:srgbClr val="40404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573058" y="0"/>
            <a:ext cx="3570941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5928226-E43E-9A42-8F2D-CC86E47C5643}"/>
              </a:ext>
            </a:extLst>
          </p:cNvPr>
          <p:cNvGrpSpPr/>
          <p:nvPr userDrawn="1"/>
        </p:nvGrpSpPr>
        <p:grpSpPr>
          <a:xfrm>
            <a:off x="-30788" y="4298510"/>
            <a:ext cx="9228667" cy="853727"/>
            <a:chOff x="-30788" y="4298510"/>
            <a:chExt cx="9228667" cy="8537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D5977E-D878-7A43-BF6A-D4E3AD5B28B6}"/>
                </a:ext>
              </a:extLst>
            </p:cNvPr>
            <p:cNvSpPr/>
            <p:nvPr userDrawn="1"/>
          </p:nvSpPr>
          <p:spPr>
            <a:xfrm>
              <a:off x="-30788" y="4650466"/>
              <a:ext cx="9228667" cy="501771"/>
            </a:xfrm>
            <a:prstGeom prst="rect">
              <a:avLst/>
            </a:prstGeom>
            <a:solidFill>
              <a:srgbClr val="69030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5CD740-FF84-DB42-B0C7-54BCF89FF22C}"/>
                </a:ext>
              </a:extLst>
            </p:cNvPr>
            <p:cNvSpPr txBox="1"/>
            <p:nvPr userDrawn="1"/>
          </p:nvSpPr>
          <p:spPr>
            <a:xfrm>
              <a:off x="2576311" y="4704060"/>
              <a:ext cx="615943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bg1"/>
                  </a:solidFill>
                </a:rPr>
                <a:t>INDIANA UNIVERSITY SCHOOL OF MEDICINE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0CC3031-F52B-0E4F-8E6F-2551722B6AA6}"/>
                </a:ext>
              </a:extLst>
            </p:cNvPr>
            <p:cNvGrpSpPr/>
            <p:nvPr userDrawn="1"/>
          </p:nvGrpSpPr>
          <p:grpSpPr>
            <a:xfrm>
              <a:off x="422970" y="4298510"/>
              <a:ext cx="725830" cy="853727"/>
              <a:chOff x="422970" y="4298510"/>
              <a:chExt cx="725830" cy="85372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615DAA7-B7DE-6E4D-81FC-313480E27A9B}"/>
                  </a:ext>
                </a:extLst>
              </p:cNvPr>
              <p:cNvSpPr/>
              <p:nvPr userDrawn="1"/>
            </p:nvSpPr>
            <p:spPr>
              <a:xfrm>
                <a:off x="583872" y="4456709"/>
                <a:ext cx="407139" cy="695528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AEF6C903-6A3A-9148-AD8A-19BEB5E9002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970" y="4298510"/>
                <a:ext cx="725830" cy="797138"/>
              </a:xfrm>
              <a:prstGeom prst="rect">
                <a:avLst/>
              </a:prstGeom>
            </p:spPr>
          </p:pic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913B757-E8CF-584A-BD70-2E79D9DDD41F}"/>
              </a:ext>
            </a:extLst>
          </p:cNvPr>
          <p:cNvSpPr/>
          <p:nvPr userDrawn="1"/>
        </p:nvSpPr>
        <p:spPr>
          <a:xfrm>
            <a:off x="0" y="604610"/>
            <a:ext cx="82664" cy="387197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0CD019-6D45-4D4A-AEB0-E2AC73E8811D}"/>
              </a:ext>
            </a:extLst>
          </p:cNvPr>
          <p:cNvSpPr/>
          <p:nvPr userDrawn="1"/>
        </p:nvSpPr>
        <p:spPr>
          <a:xfrm>
            <a:off x="-30788" y="4650465"/>
            <a:ext cx="9228667" cy="540015"/>
          </a:xfrm>
          <a:prstGeom prst="rect">
            <a:avLst/>
          </a:prstGeom>
          <a:solidFill>
            <a:srgbClr val="690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C8DF18-3E60-B247-B893-BB8BFC859846}"/>
              </a:ext>
            </a:extLst>
          </p:cNvPr>
          <p:cNvGrpSpPr/>
          <p:nvPr userDrawn="1"/>
        </p:nvGrpSpPr>
        <p:grpSpPr>
          <a:xfrm>
            <a:off x="-30788" y="4298510"/>
            <a:ext cx="9228667" cy="853727"/>
            <a:chOff x="-30788" y="4298510"/>
            <a:chExt cx="9228667" cy="85372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88C768-7285-E342-A158-C512EEA47842}"/>
                </a:ext>
              </a:extLst>
            </p:cNvPr>
            <p:cNvSpPr/>
            <p:nvPr userDrawn="1"/>
          </p:nvSpPr>
          <p:spPr>
            <a:xfrm>
              <a:off x="-30788" y="4650466"/>
              <a:ext cx="9228667" cy="501771"/>
            </a:xfrm>
            <a:prstGeom prst="rect">
              <a:avLst/>
            </a:prstGeom>
            <a:solidFill>
              <a:srgbClr val="69030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1681DC-5005-2849-B1CC-16C372DA3974}"/>
                </a:ext>
              </a:extLst>
            </p:cNvPr>
            <p:cNvSpPr txBox="1"/>
            <p:nvPr userDrawn="1"/>
          </p:nvSpPr>
          <p:spPr>
            <a:xfrm>
              <a:off x="2576311" y="4704060"/>
              <a:ext cx="615943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bg1"/>
                  </a:solidFill>
                </a:rPr>
                <a:t>INDIANA UNIVERSITY SCHOOL OF MEDICINE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E6BB39A-1C79-7140-8CC6-D2D016540907}"/>
                </a:ext>
              </a:extLst>
            </p:cNvPr>
            <p:cNvGrpSpPr/>
            <p:nvPr userDrawn="1"/>
          </p:nvGrpSpPr>
          <p:grpSpPr>
            <a:xfrm>
              <a:off x="422970" y="4298510"/>
              <a:ext cx="725830" cy="853727"/>
              <a:chOff x="422970" y="4298510"/>
              <a:chExt cx="725830" cy="853727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64E8045-FA2D-D548-90FD-0C9CC61789AB}"/>
                  </a:ext>
                </a:extLst>
              </p:cNvPr>
              <p:cNvSpPr/>
              <p:nvPr userDrawn="1"/>
            </p:nvSpPr>
            <p:spPr>
              <a:xfrm>
                <a:off x="583872" y="4456709"/>
                <a:ext cx="407139" cy="695528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DAB4E97-D59E-2D4B-B31D-9BB4153AA9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970" y="4298510"/>
                <a:ext cx="725830" cy="797138"/>
              </a:xfrm>
              <a:prstGeom prst="rect">
                <a:avLst/>
              </a:prstGeom>
            </p:spPr>
          </p:pic>
        </p:grp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CCAEAE6F-04FE-6F48-8CE8-B51096938E5F}"/>
              </a:ext>
            </a:extLst>
          </p:cNvPr>
          <p:cNvSpPr/>
          <p:nvPr userDrawn="1"/>
        </p:nvSpPr>
        <p:spPr>
          <a:xfrm>
            <a:off x="0" y="604610"/>
            <a:ext cx="82664" cy="387197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65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83" r:id="rId1"/>
    <p:sldLayoutId id="2147493482" r:id="rId2"/>
    <p:sldLayoutId id="2147493469" r:id="rId3"/>
    <p:sldLayoutId id="2147493478" r:id="rId4"/>
    <p:sldLayoutId id="2147493467" r:id="rId5"/>
    <p:sldLayoutId id="2147493472" r:id="rId6"/>
    <p:sldLayoutId id="2147493457" r:id="rId7"/>
    <p:sldLayoutId id="2147493475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i="0" kern="100" spc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>
          <a:schemeClr val="tx1">
            <a:lumMod val="50000"/>
            <a:lumOff val="50000"/>
          </a:schemeClr>
        </a:buClr>
        <a:buSzPct val="100000"/>
        <a:buFont typeface="Wingdings" charset="2"/>
        <a:buChar char="§"/>
        <a:defRPr sz="1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Font typeface="Arial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Font typeface="Arial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Font typeface="Arial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1656716-D8E9-2240-931F-4E230DB1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100" b="0" dirty="0"/>
            </a:br>
            <a:r>
              <a:rPr lang="en-US" sz="3100" b="0" dirty="0"/>
              <a:t>IUSM – Office of Data Science and AI</a:t>
            </a:r>
            <a:br>
              <a:rPr lang="en-US" dirty="0"/>
            </a:br>
            <a:r>
              <a:rPr lang="en-US" dirty="0"/>
              <a:t>AI Education Initiatives</a:t>
            </a:r>
            <a:br>
              <a:rPr lang="en-US" dirty="0"/>
            </a:b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853F2B4-2BF6-944D-AA02-312B21CB79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Marcus R. Breese, PhD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41BC56-12C1-9A4C-B783-5C7F2038DB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CCBB Retreat 2026</a:t>
            </a:r>
          </a:p>
        </p:txBody>
      </p:sp>
    </p:spTree>
    <p:extLst>
      <p:ext uri="{BB962C8B-B14F-4D97-AF65-F5344CB8AC3E}">
        <p14:creationId xmlns:p14="http://schemas.microsoft.com/office/powerpoint/2010/main" val="2561148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B563-C32D-714E-8E68-B815C4300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499" y="510286"/>
            <a:ext cx="8004391" cy="699065"/>
          </a:xfrm>
        </p:spPr>
        <p:txBody>
          <a:bodyPr/>
          <a:lstStyle/>
          <a:p>
            <a:r>
              <a:rPr lang="en-US" dirty="0"/>
              <a:t>AI Tools Workshop for Researchers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D59C9-522E-7242-B91B-AB913A3D76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3956" y="179435"/>
            <a:ext cx="3700462" cy="252412"/>
          </a:xfrm>
        </p:spPr>
        <p:txBody>
          <a:bodyPr/>
          <a:lstStyle/>
          <a:p>
            <a:r>
              <a:rPr lang="en-US" dirty="0"/>
              <a:t>CCBB Retreat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2813-097A-5543-A683-26FF18A09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55682"/>
      </p:ext>
    </p:extLst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-SchMedicine wide PPT" id="{B3DDDD56-FC3F-7241-8270-5F9677A0926B}" vid="{60B74AE3-677B-FC4F-B870-143C54B7CF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Main</Template>
  <TotalTime>35</TotalTime>
  <Words>31</Words>
  <Application>Microsoft Macintosh PowerPoint</Application>
  <PresentationFormat>On-screen Show (16:9)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Main</vt:lpstr>
      <vt:lpstr> IUSM – Office of Data Science and AI AI Education Initiatives </vt:lpstr>
      <vt:lpstr>AI Tools Workshop for Researchers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Breese, Marcus R</dc:creator>
  <cp:lastModifiedBy>Breese, Marcus R</cp:lastModifiedBy>
  <cp:revision>1</cp:revision>
  <cp:lastPrinted>2018-12-18T16:32:29Z</cp:lastPrinted>
  <dcterms:created xsi:type="dcterms:W3CDTF">2026-10-15T14:46:27Z</dcterms:created>
  <dcterms:modified xsi:type="dcterms:W3CDTF">2026-10-15T15:21:27Z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